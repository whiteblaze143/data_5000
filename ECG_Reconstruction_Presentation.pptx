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motivation is simple: 12-lead ECGs are clinically essential but practically inaccessible. Wearables capture 1-2 leads. Can we reconstruct the full 12-lead from minimal inputs?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insight is that not all leads need to be learned. Four limb leads can be computed exactly using 19th-century physiology. We only need deep learning for the 5 chest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lead isn't a wire—it's a viewpoint. The 12-lead ECG gives us 12 angles. Critically, the 6 limb leads are mathematically related, while chest leads capture unique horizontal plane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equations come from Kirchhoff's voltage law applied to the body as a conductor. Given leads I and II, we compute the other four limb leads with perfect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physics-based leads, we achieve perfect reconstruction by definition. This is the key advantage of our hybrid approach—we guarantee perfect results for 4 of 12 leads without any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Chest leads can't be derived mathematically—they measure unique electrical activity from different chest positions. We chose V4 as input because it's central, but this creates a challenge for V1/V2 reconstruction.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a 1D U-Net—classic encoder-decoder with skip connections, adapted for temporal signals. The encoder compresses, capturing multi-scale features. Skip connections preserve fine-grained temporal details like QRS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U-Net is ideal because skip connections preserve sharp QRS complexes. We chose U-Net over Transformers for computational efficiency—self-attention on 5000 timesteps is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Counter-intuitively, the simpler shared decoder wins on 4/5 leads despite 2.4x fewer parameters. With limited input information, parameter sharing acts as regularization.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MSE loss on the 5 DL leads only—physics leads are exact and don't need training. AdamW with weight decay provides L2 regularization.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PTB-XL is the largest publicly available clinical ECG dataset. Each recording is 10 seconds at 500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critical methodological point. Many prior works use record-wise splitting, which leaks patient information. We ensure each patient appears in only ONE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three complementary metrics. MAE captures amplitude error, correlation captures waveform shape similarity, and SNR gives a global signal quality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physics-based leads, we achieve perfect reconstruction by definition. This is the key advantage of our hybrid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 performs best (closest to V4 input). V2 performs worst (furthest from V4). All leads below clinical target of r &gt; 0.90.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overall 0.893 looks good but is misleading. It's inflated by input and physics leads. The honest measure of our learning is the DL leads average: 0.744.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V2's ground truth correlation with V4 is only 0.36. No model can perfectly reconstruct V2 from V4 because the information isn't there. Our 0.683 is actually impressive given this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below SOTA on chest leads. But we use patient-wise splitting while most prior work uses record-wise—their metrics are likely inflated by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is primarily explained by our stricter evaluation methodology and the information bottleneck from our input lead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key takeaways: physics works, simpler models win, information bottleneck limits us, input selection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limitations: single dataset, no downstream diagnostic validation, no uncertainty quantification.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important next step is testing different input leads. We also need downstream validation to prove clinical utility.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code is available on GitHub. The key files are in src/ for the model and training, data/ for preprocessing, and models/ for trained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hybrid approach successfully combines physics and deep learning. The physics component works perfectly. The DL component is limited by the information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12-Lead ECG Reconstruction from Reduced Lead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 Hybrid Physics-Informed Deep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0000"/>
                </a:solidFill>
              </a:defRPr>
            </a:pPr>
            <a:r>
              <a:t>Damilola Olaiya &amp; Mithun Mani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DATA 5000 - Carleton University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The Clinical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Cardiovascular disease: #1 cause of death globally (17.9M deaths/year)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12-lead ECG: Gold standard for cardiac diagnosis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Detects arrhythmias, MI, conduction abnormalities, hypertrophy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accessibility gap: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Requires 10 electrodes + precise anatomical placement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Needs trained technicians for proper acquisition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Difficult in ambulances, homes, remote areas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Consumer wearables (Apple Watch, Fitbit): only 1-2 leads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Research Question: Can we bridge this gap computationally?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Our Approach: Hybrid Physics-Informed Deep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Key Insight: The 12 leads aren't independent!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Decomposition into three groups: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 Input leads (I, II, V4): Measured directly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 Physics leads (III, aVR, aVL, aVF): Exact equations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 DL leads (V1, V2, V3, V5, V6): Neural network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Hybrid Pipeline: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Input (3 leads) → Physics Module (4 exact) + U-Net (5 learned) → 12 leads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Advantage: Guarantee perfect reconstruction for 4 leads via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Understanding ECG Leads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a 'lead'?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the wire—a VIEW of heart activity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Voltage difference between positions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Like viewing from different camera angles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12-Lead Breakdown: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Bipolar Limb: I, II, III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Augmented Limb: aVR, aVL, aVF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Precordial (Chest): V1-V6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Relationships: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Limb leads are mathematically related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Given I and II → derive III, aVR, aVL, aVF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Chest leads are independent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be measured or reconstructed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Positioned across the chest wall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V1-V2: Right side (septum)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V4-V6: Left side (lateral wall)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Physics Component: Exact Lead Derivation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</a:defRPr>
            </a:pPr>
            <a:r>
              <a:t>Lead III = Lead II − Lead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Einthoven's Law (1903)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</a:defRPr>
            </a:pPr>
            <a:r>
              <a:t>aVR = −(Lead I + Lead II)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Goldberger's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</a:defRPr>
            </a:pPr>
            <a:r>
              <a:t>aVL = Lead I − Lead II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Goldberger's Equation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</a:defRPr>
            </a:pPr>
            <a:r>
              <a:t>aVF = Lead II − Lead I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Goldberger's Equation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Physics Module: 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Given I and II → derive III, aVR, aVL, aVF exactly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Properties: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Zero learnable parameters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Guaranteed r = 1.0 correlation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No training required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Works for ALL patients, ALL pathologies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the power of physics-informed ML: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Eliminate learned error where deterministic solutions exist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Use ML only where physics is insufficient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Code: src/physics.py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The Deep Learning Challenge: Chest Leads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Problem: Chest leads V1-V6 have NO closed-form relationship to limb leads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Our Task: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Input: 3 leads (I, II, V4) → tensor shape [B, 3, 5000]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Output: 5 leads (V1, V2, V3, V5, V6) → tensor shape [B, 5, 5000]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Formulation: Sequence-to-sequence regression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Why V4 as input?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Central chest position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Good correlation with V3, V5 (neighbors)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Challenge: V1 and V2 are far from V4 → hard to reconstruct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Neural Network: 1D U-Net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Architecture: Encoder-Decoder with Skip Connections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Encoder Path (Downsampling):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Conv1D blocks: 3 → 64 → 128 → 256 → 512 channels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MaxPool1D(2) reduces temporal dimension: 5000 → 2500 → 1250 → 625 → 312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Bottleneck: 1024 channels, captures multi-beat context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Decoder Path (Upsampling):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ConvTranspose1D restores resolution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Skip connections concatenate encoder features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Channels: 1024 → 512 → 256 → 128 → 64 → 5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Output: [B, 5, 5000] (V1, V2, V3, V5, V6)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Architecture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78327" y="1371600"/>
          <a:ext cx="6035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Design Choice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1D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Skip connections preserve QRS spikes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Downsampling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MaxPool1d(2)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Preserves sharp peaks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Upsampling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ConvTranspose1d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Learnable upsampling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BatchNorm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Stable training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Kernel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Captures 6ms local morphology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Regularization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Full 10s receptive field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Ablation: Shared vs Lead-Specific Decoder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2487" y="137160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Shared Decoder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Lead-Specific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40.8M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Shared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V1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Lead-Specific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V2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Shared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V3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Shared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V5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Shared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V6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Shared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DL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Shared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Training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Loss Function: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MSE on 5 DL leads only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 = (1/5) Σ MSE(ŷ_k, y_k)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Optimizer: AdamW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Learning Rate: 3×10⁻⁴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Decay: 1×10⁻⁵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Batch Size: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Details: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Epochs: 150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Scheduler: ReduceLROnPlateau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Mixed Precision: FP16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Hardware: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GPU: NVIDIA A100 (40GB)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Time: 87 minutes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Code: run_training.py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Dataset: PTB-XL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Source: PhysioNet (public)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ECGs: 21,837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Unique Patients: 18,885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Sampling Rate: 500 Hz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Duration: 10 seconds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Samples per Lead: 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 Labels (SNOMED-CT):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SR: Sinus Rhythm (normal)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MI: Myocardial Infarction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AF: Atrial Fibrillation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LBBB/RBBB: Bundle Branch Block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LVH: Left Ventricular Hypertrophy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Files: data/processed_full/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Patient-Wise Data Splitting (Critical!)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Problem: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Some patients have multiple ECGs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Record-wise splitting → same patient in train AND test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Result: Data leakage → artificially inflated metrics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Our Solution: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Split by PATIENT ID, not by record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Each patient appears in only ONE split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Split Statistics: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Train: 14,363 samples (70%)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Validation: 3,086 samples (15%)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Test: 3,086 samples (15%)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stricter but gives HONEST generalization estimates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2487" y="137160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|y - ŷ|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Amplitude error (lower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0.05 mV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Pearson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Cov(Y,Ŷ) / (σ_Y × σ_Ŷ)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Shape similarity [-1,1]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0.90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SNR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10·log₁₀(||y||² / ||y-ŷ||²)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Signal quality (higher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20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Results: Physics-Based Leads (Exact)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2487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SNR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Results: Deep Learning Leads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2487" y="137160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SNR (dB)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17.9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0.683 (worst)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17.1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0.824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18.7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17.2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Aggregate 12-Lead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Overall Metrics (all 12 leads):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Correlation: 0.893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MAE: 0.0153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SNR: 62.3 dB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But this is MISLEADING!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Inflated by 3 input leads (trivially r=1.0)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Inflated by 4 physics leads (exactly r=1.0)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Honest metric: DL leads average = 0.744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why we report per-component metrics!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File: models/model_comparison_metrics.json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Information Bottleneck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2487" y="137160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 Lead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Input Corr.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Our Model 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0.49 (Lead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Model learns +0.24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0.36 (V4)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Model learns +0.32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0.71 (V4)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Near ceiling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0.79 (V4)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Near ceiling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0.69 (Lead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Model learns +0.03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Comparison with State-of-the-Art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2487" y="137160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Chest 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Split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Linear (Frank)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1970s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0.70-0.75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CNN (Sohn)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Record-wise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LSTM (Lee)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Record-wise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Record-wise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Patient-wise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Gap Analysis: Why Below SOTA?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Three factors explain the performance gap: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Patient-wise splitting (stricter, more honest)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Prior work often uses record-wise splits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Data leakage inflates their metrics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Input lead choice (I, II, V4)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V4 has low correlation with V1/V2 (0.36-0.49)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Information bottleneck limits reconstruction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No data augmentation or pretrained weights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Our advantage: Physics guarantees + reproducible evaluation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Physics constraints work perfectly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Limb leads: r = 1.0 guaranteed, eliminates error for 4/12 leads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Simpler models win with limited input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Shared decoder (17.1M) &gt; Lead-specific (40.8M)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Parameter sharing = implicit regularization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Information bottleneck is the fundamental limit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V4 ↔ V2 correlation only 0.36 in ground truth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Model can't reconstruct what input doesn't contain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Input selection &gt;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Adding V2 as input would directly improve V2 reconstruction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Single Dataset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Only PTB-XL tested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Unknown generalization to other populations, devices, hospitals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Resting ECGs Only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No stress/exercise ECGs tested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Input Lead Dependency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Results specific to (I, II, V4) configuration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No Downstream Validation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Signal metrics only, no diagnostic classification test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No Uncertainty Quantification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Point estimates only, no confidence intervals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Input Lead Optimization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Test: (I, II, V2), (I, II, V3), (I, II, V2+V4)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Uncertainty Quantification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Add probabilistic head (VAE, MC Dropout)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External Validation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Chapman-Shaoxing (China), MIMIC-IV-ECG (US)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Downstream Validation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Multi-label classification on reconstructed ECGs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Measure ΔAUROC for MI, AF, LVH detection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Foundation Model Approach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Self-supervised pretraining on millions of ECGs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Code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GitHub: github.com/whiteblaze143/DATA_5000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Key Files: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run_training.py: Main entry point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src/train.py: Training loop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src/physics.py: Einthoven/Goldberger equations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src/models/unet_1d.py: U-Net architecture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src/evaluation.py: Metrics computation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Data: data/processed_full/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Models: models/overnight_full/best_model.pt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Results: models/model_comparison_metrics.json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What we built: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Hybrid physics-informed deep learning system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Reconstructs 12-lead ECG from 3 measured leads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What we achieved: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Perfect limb lead reconstruction (r = 1.0) via physics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△ Moderate chest lead reconstruction (r = 0.744) via U-Net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Overall 12-lead correlation: 0.893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Key insight: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Input lead selection is MORE important than model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Clinical potential: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Enable wearables to provide near-12-lead capability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Repository: github.com/whiteblaze143/DATA_5000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Contact: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Damilola Olaiya: damilolaolaiya@cmail.carleton.ca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Mithun Mani: mithunmani@cmail.carleton.ca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Acknowledgments: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DATA 5000 Course Instructors &amp; TAs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PhysioNet for PTB-XL dataset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