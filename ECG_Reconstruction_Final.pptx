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Efficient 12-Lead ECG Reconstruction</a:t>
            </a:r>
            <a:br/>
            <a:r>
              <a:t>from Reduced Lead 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749039"/>
            <a:ext cx="3931920" cy="18288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EBAC2"/>
                </a:solidFill>
              </a:defRPr>
            </a:pPr>
            <a:r>
              <a:t>A Computationally Lightweight Physics-Informed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0E0E0"/>
                </a:solidFill>
              </a:defRPr>
            </a:pPr>
            <a:r>
              <a:t>Damilola Olaiya  •  Mithun 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DATA 5000  |  Carleton University  |  December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Clinical Need for Accessible 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Cardiovascular Disease: #1 cause of mortality globally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17.9 million deaths annually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12-Lead ECG: Gold standard for cardiac diagnosis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Detects MI, arrhythmias, conduction abnormalities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Accessibility Gap: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10 electrodes + precise anatomical placement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Trained technicians required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Not feasible: ambulances, homes, wearables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Consumer Wearables: 1-3 leads only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Apple Watch, Kardia, Fitbit</a:t>
            </a:r>
          </a:p>
        </p:txBody>
      </p:sp>
      <p:pic>
        <p:nvPicPr>
          <p:cNvPr id="6" name="Picture 5" descr="problem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2448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Current SOTA: Computationally Expensive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Transformer-Based Methods (2023):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Self-attention: O(n²) for 5000 samples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100M+ parameters typical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Multi-GPU training required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LSTM/BiLSTM Methods (2021):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60-80M parameters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Sequential processing = slow inference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Problem: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These methods reconstruct ALL 9 missing leads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But 4 leads don't need learning!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Insight: Exploit physiological constraints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Insight: Physics Reduces the Problem by 44%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12 leads are NOT independent!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4 Leads are Deterministic (Physics):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III = II - I        (Einthoven 1903)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aVR = -(I + II) / 2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aVL = I - II / 2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aVF = II - I / 2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Only 5 Leads Need Deep Learning: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V1, V2, V3, V5, V6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Zero parameters for 4 leads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Perfect reconstruction guaranteed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Reduced model capacity needed</a:t>
            </a:r>
          </a:p>
        </p:txBody>
      </p:sp>
      <p:pic>
        <p:nvPicPr>
          <p:cNvPr id="6" name="Picture 5" descr="approa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93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Hybrid Architecture: Physics + Lightweight 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Input: 3 measured leads (I, II, V4)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Physics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Einthoven's &amp; Goldberger's laws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4 leads, zero cost, r = 1.0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Deep Learning Module: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1D U-Net (encoder-decoder with skip connections)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17.1M parameters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5 chest leads: V1, V2, V3, V5, V6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Output: Complete 12-lead ECG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Total: 6x fewer params than SOTA transformers</a:t>
            </a:r>
          </a:p>
        </p:txBody>
      </p:sp>
      <p:pic>
        <p:nvPicPr>
          <p:cNvPr id="6" name="Picture 5" descr="architecture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2399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Physics Module: Zero-Cost Perfect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10515600" cy="82296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EBAC2"/>
                </a:solidFill>
              </a:defRPr>
            </a:pPr>
            <a:r>
              <a:t>Einthoven's Law (1903)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8988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Lead III = Lead II − Lead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15600" cy="82296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EBAC2"/>
                </a:solidFill>
              </a:defRPr>
            </a:pPr>
            <a:r>
              <a:t>Goldberger's Equations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5000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aVR = −(I + II) /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26080"/>
            <a:ext cx="10515600" cy="82296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EBAC2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097280" y="331012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aVL = I − II /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10515600" cy="822960"/>
          </a:xfrm>
          <a:prstGeom prst="roundRect">
            <a:avLst/>
          </a:prstGeom>
          <a:solidFill>
            <a:srgbClr val="202038"/>
          </a:solidFill>
          <a:ln w="12700">
            <a:solidFill>
              <a:srgbClr val="0F4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7763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EBAC2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aVF = II − I /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Physics Module: Guaranteed r = 1.0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Lead III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aVR, aVL, aVF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~0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Compute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Rigorous Experimental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Frozen Hyperparameters (validated via LR sweep):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lr = 3×10⁻⁴, batch = 64, epochs = 150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AdamW (weight_decay = 1×10⁻⁴)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seed = 42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Model Variants Tested: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1. Baseline: Shared encoder-decoder (17.1M)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2. Hybrid: Shared + per-lead heads (17.13M)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3. Lead-Specific: Per-lead decoders (40.8M)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Statistical Framework: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Paired t-test, Wilcoxon signed-rank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Cohen's d effect size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Bootstrap 95% CI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Bonferroni correction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Ablation: Shared vs Lead-Specific Decoder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029200" cy="4572000"/>
          </a:xfrm>
          <a:prstGeom prst="roundRect">
            <a:avLst/>
          </a:prstGeom>
          <a:solidFill>
            <a:srgbClr val="202038"/>
          </a:solidFill>
          <a:ln w="381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</a:defRPr>
            </a:pPr>
            <a:r>
              <a:t>Shared Decoder (Ours)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17.1M params</a:t>
            </a:r>
            <a:br/>
            <a:r>
              <a:t>r = 0.744</a:t>
            </a:r>
            <a:br/>
            <a:r>
              <a:t>(5.3% better)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926080"/>
            <a:ext cx="118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E0E0E0"/>
                </a:solidFill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097280"/>
            <a:ext cx="5029200" cy="4572000"/>
          </a:xfrm>
          <a:prstGeom prst="roundRect">
            <a:avLst/>
          </a:prstGeom>
          <a:solidFill>
            <a:srgbClr val="202038"/>
          </a:solidFill>
          <a:ln w="38100">
            <a:solidFill>
              <a:srgbClr val="5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05070"/>
                </a:solidFill>
              </a:defRPr>
            </a:pPr>
            <a:r>
              <a:t>Lead-Specific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40.8M params</a:t>
            </a:r>
            <a:br/>
            <a:r>
              <a:t>r = 0.707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0" y="822960"/>
            <a:ext cx="914400" cy="9144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91440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Simpler Models Win (Counter-Intuitive)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Lead-Specific (40.8M) LOST to Shared (17.1M)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Statistical Evidence: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Cohen's d = 0.92 (large effect)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Bootstrap 95% CI: [0.006, 0.072]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CI excludes zero → significant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Per-Lead Breakdown: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Shared wins: V1, V2, V3, V5 (4/5)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Lead-Specific wins: V6 only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Interpretation: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With limited input information (3 leads),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parameter sharing provides regularization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More params → overfitting, not capacity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DATASET &amp;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Dataset: PTB-XL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PhysioNet Public Dataset: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21,837 12-lead ECG recordings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18,885 unique patients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500 Hz, 10 seconds (5000 samples)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Diagnostic Labels (SNOMED-CT):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MI, AF, LBBB, RBBB, LVH, etc.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Preprocessing: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Z-score normalization per lead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Outlier removal (2.5-97.5 percentile)</a:t>
            </a:r>
          </a:p>
        </p:txBody>
      </p:sp>
      <p:pic>
        <p:nvPicPr>
          <p:cNvPr id="6" name="Picture 5" descr="dataset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37604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Critical: Patient-Wise Data Splitting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The Data Leakage Problem: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Some patients have multiple ECGs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Record-wise split → train/test contamination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→ Inflated, unrealistic metrics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Solution (Stricter than SOTA):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Split by PATIENT ID, not record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Each patient in exactly ONE split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Split Statistics: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Train: ~15,286 (70%)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Validation: ~3,276 (15%)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Test: ~3,275 (15%)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FFCC00"/>
                </a:solidFill>
              </a:defRPr>
            </a:pPr>
            <a:r>
              <a:t>▸ △ Most prior work uses record-wise splits!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Training Convergence</a:t>
            </a:r>
          </a:p>
        </p:txBody>
      </p:sp>
      <p:pic>
        <p:nvPicPr>
          <p:cNvPr id="5" name="Picture 4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3627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Smooth convergence over 150 epochs with ReduceLROnPlateau scheduler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Deep Learning Lead Reconstruction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247" y="100584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SNR (dB)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0.726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Right Precordial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0.041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0.683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17.1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Right Precordial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0.036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0.765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Transition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V5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0.824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18.7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Left Precordial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V6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0.038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0.723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17.2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Left Precordial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0.037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17.8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Overall 12-Lead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  <a:br/>
            <a:r>
              <a:t>(III, aVR, aVL, aVF)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CC00"/>
                </a:solidFill>
              </a:defRPr>
            </a:pPr>
            <a:r>
              <a:t>r = 0.744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  <a:br/>
            <a:r>
              <a:t>(V1-V3, V5-V6)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= 0.893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Overall</a:t>
            </a:r>
            <a:br/>
            <a:r>
              <a:t>12-Lead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Per-Lead Performance Analysis</a:t>
            </a:r>
          </a:p>
        </p:txBody>
      </p:sp>
      <p:pic>
        <p:nvPicPr>
          <p:cNvPr id="5" name="Picture 4" descr="per_lead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45313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V5 best (close to V4), V2 hardest (anatomically distant)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Computational Efficiency vs SOTA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247" y="1005840"/>
          <a:ext cx="9601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Physics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 Time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O(n²)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BiLSTM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60M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CNN-only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30M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Yes (4 leads)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87 min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Performance Comparison with State-of-the-Art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247" y="100584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Chest r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Split</a:t>
                      </a:r>
                    </a:p>
                  </a:txBody>
                  <a:tcPr anchor="ctr">
                    <a:solidFill>
                      <a:srgbClr val="E94D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Linear (Frank)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1970s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0.70-0.75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CNN (Sohn)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~0.85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~30M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LSTM (Lee)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~60M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~0.90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Record</a:t>
                      </a:r>
                    </a:p>
                  </a:txBody>
                  <a:tcPr anchor="ctr">
                    <a:solidFill>
                      <a:srgbClr val="1C1C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0.744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17.1M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E0E0E0"/>
                          </a:solidFill>
                        </a:defRPr>
                      </a:pPr>
                      <a:r>
                        <a:t>Patient</a:t>
                      </a:r>
                    </a:p>
                  </a:txBody>
                  <a:tcPr anchor="ctr">
                    <a:solidFill>
                      <a:srgbClr val="1A4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Honest Assessment: Why Below SOTA?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Our r = 0.744 vs SOTA r = 0.85-0.90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Three Contributing Factors: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1. Stricter Evaluation (Patient-wise)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Prior work may have data leakage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2. Information Bottleneck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V4 ↔ V2 ground truth correlation = 0.36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Fundamental limit, not model failure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3. No Augmentation or Pretraining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Clean baseline for future work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Our advantage: 6x efficiency + physics guarantees</a:t>
            </a:r>
          </a:p>
        </p:txBody>
      </p:sp>
      <p:pic>
        <p:nvPicPr>
          <p:cNvPr id="6" name="Picture 5" descr="information_bottleneck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669280" cy="1889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Information Bottleneck: Ground Truth Correlations</a:t>
            </a:r>
          </a:p>
        </p:txBody>
      </p:sp>
      <p:pic>
        <p:nvPicPr>
          <p:cNvPr id="5" name="Picture 4" descr="lead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10881360" cy="9301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0E0E0"/>
                </a:solidFill>
              </a:defRPr>
            </a:pPr>
            <a:r>
              <a:t>V4↔V2 correlation only 0.36 — this limits reconstruction performance fundamentally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Physics constraints eliminate 4 leads from learning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Zero cost, perfect accuracy, guaranteed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Lightweight U-Net is sufficient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17.1M params vs 100M+ transformers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87 min training on A100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4EC9B0"/>
                </a:solidFill>
              </a:defRPr>
            </a:pPr>
            <a:r>
              <a:t>▸ ✓ Shared decoder beats lead-specific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Cohen's d = 0.92 (large effect)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Parameter sharing = regularization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FFCC00"/>
                </a:solidFill>
              </a:defRPr>
            </a:pPr>
            <a:r>
              <a:t>▸ ⚠ Input lead selection is crucial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V4 limits V2 reconstruction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Future: optimize input configuration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1. Computationally Efficient Architecture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6x fewer parameters than SOTA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Physics module = zero inference cost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2. Rigorous Evaluation Framework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Patient-wise splitting (no leakage)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Statistical tests (Cohen's d, bootstrap CI)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Frozen hyperparameters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3. Information Bottleneck Analysis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Identified fundamental limits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Guides future input selection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4. Open Source Implementation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Single Dataset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PTB-XL only — external validation needed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Input Lead Configuration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(I, II, V4) may not be optimal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V4 has low correlation with V1/V2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No Downstream Validation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Signal metrics only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Classification accuracy untested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No Uncertainty Quantification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Point estimates only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Clinical deployment needs confidence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Input Lead Optimization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Test (I, II, V2), (I, II, V2+V4)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Ablation for optimal configuration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External Validation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Chapman-Shaoxing, MIMIC-IV-ECG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Downstream Task Evaluation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Multi-label classification on reconstructed ECGs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Uncertainty Quantification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Probabilistic outputs (VAE, MC Dropout)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Foundation Model Exploration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Leverage pretrained ECG representations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0523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523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17.1M</a:t>
            </a:r>
            <a:br/>
            <a:r>
              <a:t>(6x smaller)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23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Parameters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24247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4247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4EC9B0"/>
                </a:solidFill>
              </a:defRPr>
            </a:pPr>
            <a:r>
              <a:t>r = 1.0</a:t>
            </a:r>
            <a:br/>
            <a:r>
              <a:t>(zero cost)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Physics Leads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7971" y="1463040"/>
            <a:ext cx="2743200" cy="3657600"/>
          </a:xfrm>
          <a:prstGeom prst="roundRect">
            <a:avLst/>
          </a:prstGeom>
          <a:solidFill>
            <a:srgbClr val="202038"/>
          </a:solidFill>
          <a:ln w="25400">
            <a:solidFill>
              <a:srgbClr val="3EBA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7971" y="219456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EBAC2"/>
                </a:solidFill>
              </a:defRPr>
            </a:pPr>
            <a:r>
              <a:t>r = 0.744</a:t>
            </a:r>
            <a:br/>
            <a:r>
              <a:t>(patient-split)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7971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E0E0E0"/>
                </a:solidFill>
              </a:defRPr>
            </a:pPr>
            <a:r>
              <a:t>DL Leads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GitHub Repository: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github.com/whiteblaze143/DATA_5000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Key Files: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run_training.py — Main entry point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src/physics.py — Einthoven/Goldberger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src/models/unet_1d.py — U-Net variants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scripts/compare_variants.py — Statistical analysis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Trained Models: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models/overnight_full/best_model.pt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   </a:t>
            </a:r>
          </a:p>
          <a:p>
            <a:pPr>
              <a:spcAft>
                <a:spcPts val="500"/>
              </a:spcAft>
              <a:defRPr sz="1600">
                <a:solidFill>
                  <a:srgbClr val="E0E0E0"/>
                </a:solidFill>
              </a:defRPr>
            </a:pPr>
            <a:r>
              <a:t>▸ Documentation:</a:t>
            </a:r>
          </a:p>
          <a:p>
            <a:pPr lvl="1">
              <a:spcAft>
                <a:spcPts val="500"/>
              </a:spcAft>
              <a:defRPr sz="1400">
                <a:solidFill>
                  <a:srgbClr val="E0E0E0"/>
                </a:solidFill>
              </a:defRPr>
            </a:pPr>
            <a:r>
              <a:t>   docs/PROJECT_REPORT.tex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E94D60"/>
                </a:solidFill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EBAC2"/>
                </a:solidFill>
              </a:defRPr>
            </a:pPr>
            <a:r>
              <a:t>Damilola Olaiya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damilolaolaiya@cmail.carleton.ca</a:t>
            </a:r>
          </a:p>
          <a:p/>
          <a:p>
            <a:pPr algn="ctr">
              <a:defRPr sz="1800">
                <a:solidFill>
                  <a:srgbClr val="3EBAC2"/>
                </a:solidFill>
              </a:defRPr>
            </a:pPr>
            <a:r>
              <a:t>Mithun Mani</a:t>
            </a:r>
          </a:p>
          <a:p>
            <a:pPr algn="ctr">
              <a:defRPr sz="1300">
                <a:solidFill>
                  <a:srgbClr val="E0E0E0"/>
                </a:solidFill>
              </a:defRPr>
            </a:pPr>
            <a:r>
              <a:t>mithunmani@cmail.carleton.ca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94D60"/>
                </a:solidFill>
              </a:defRPr>
            </a:pPr>
            <a:r>
              <a:t>github.com/whiteblaze143/DATA_5000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